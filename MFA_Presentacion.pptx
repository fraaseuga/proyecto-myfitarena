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mfortaa Bold" panose="020B0604020202020204" charset="0"/>
      <p:regular r:id="rId13"/>
    </p:embeddedFont>
    <p:embeddedFont>
      <p:font typeface="Raleway Medium" pitchFamily="2" charset="0"/>
      <p:regular r:id="rId1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666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491481"/>
            <a:ext cx="2346871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537767"/>
            <a:ext cx="261892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PROYECTO INTERMODULAR · 1º DAM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843236"/>
            <a:ext cx="3429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Tu Entrenamiento,</a:t>
            </a:r>
            <a:endParaRPr lang="en-US" sz="27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Tu Comunidad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2931914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 + 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0023" y="3352354"/>
            <a:ext cx="1682055" cy="299591"/>
          </a:xfrm>
          <a:prstGeom prst="roundRect">
            <a:avLst>
              <a:gd name="adj" fmla="val 61806"/>
            </a:avLst>
          </a:prstGeom>
          <a:noFill/>
          <a:ln w="4763">
            <a:solidFill>
              <a:srgbClr val="FFE1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37356" y="3403402"/>
            <a:ext cx="194458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MARK TORRALBA SANDU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99171" y="3352354"/>
            <a:ext cx="1838474" cy="299591"/>
          </a:xfrm>
          <a:prstGeom prst="roundRect">
            <a:avLst>
              <a:gd name="adj" fmla="val 61806"/>
            </a:avLst>
          </a:prstGeom>
          <a:noFill/>
          <a:ln w="4763">
            <a:solidFill>
              <a:srgbClr val="FFE1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396505" y="3403402"/>
            <a:ext cx="2101007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ADRIÁN SANTACREU PÉREZ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14738" y="3352354"/>
            <a:ext cx="1731764" cy="299591"/>
          </a:xfrm>
          <a:prstGeom prst="roundRect">
            <a:avLst>
              <a:gd name="adj" fmla="val 61806"/>
            </a:avLst>
          </a:prstGeom>
          <a:noFill/>
          <a:ln w="4763">
            <a:solidFill>
              <a:srgbClr val="FFE1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312072" y="3403402"/>
            <a:ext cx="1994297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FRAN ASENSIO UGARRIZA</a:t>
            </a:r>
            <a:endParaRPr lang="en-US" sz="9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BED5A1A-AC9F-844E-3E7A-9D6BF04D2183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313" y="423862"/>
            <a:ext cx="414114" cy="266105"/>
          </a:xfrm>
          <a:prstGeom prst="roundRect">
            <a:avLst>
              <a:gd name="adj" fmla="val 65235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3080" y="467246"/>
            <a:ext cx="697781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MFA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6313" y="744215"/>
            <a:ext cx="367188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Índice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6313" y="1349425"/>
            <a:ext cx="8588573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 vistazo a los temas clave que exploraremos a continuación en tu camino hacia el bienestar.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6313" y="1726183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6313" y="1952997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6313" y="2063428"/>
            <a:ext cx="283733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¿Te falta motivación y estructura?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39791" y="1726183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39791" y="1952997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639791" y="2063428"/>
            <a:ext cx="2172667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Una plataforma completa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6313" y="2508424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6313" y="2735238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6313" y="2845668"/>
            <a:ext cx="3063925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Todo lo que necesitas para entrenar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39791" y="2508424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9791" y="2735238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639791" y="2845668"/>
            <a:ext cx="252546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Calculadora IMC + Formulario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6313" y="3290664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6313" y="3517478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6313" y="3627909"/>
            <a:ext cx="2511698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Inicia sesión y toma el control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39791" y="3290664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39791" y="3517478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639791" y="3627909"/>
            <a:ext cx="160734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Descubre los clubs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6313" y="4072905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6313" y="4299719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06313" y="4410149"/>
            <a:ext cx="3251671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Opciones exclusivas para propietarios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39791" y="4072905"/>
            <a:ext cx="289322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39791" y="4299719"/>
            <a:ext cx="3997896" cy="19050"/>
          </a:xfrm>
          <a:prstGeom prst="rect">
            <a:avLst/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639791" y="4410149"/>
            <a:ext cx="2485281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El equipo detrás del proyecto</a:t>
            </a:r>
            <a:endParaRPr lang="en-US" sz="125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5FF0613-1EFA-1A32-8F66-DD86093E9CD8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634654"/>
            <a:ext cx="1030412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680939"/>
            <a:ext cx="130246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 PROBLEMA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986409"/>
            <a:ext cx="651011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¿Te falta motivación y estructura?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2646462"/>
            <a:ext cx="2585145" cy="862310"/>
          </a:xfrm>
          <a:prstGeom prst="roundRect">
            <a:avLst>
              <a:gd name="adj" fmla="val 26842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94283" y="280072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Sin guía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283" y="3107606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¿Qué entrenar hoy?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9428" y="2646462"/>
            <a:ext cx="2585145" cy="862310"/>
          </a:xfrm>
          <a:prstGeom prst="roundRect">
            <a:avLst>
              <a:gd name="adj" fmla="val 26842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33688" y="280072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Sin comunidad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33688" y="3107606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Entrenar solo desmotiva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8833" y="2646462"/>
            <a:ext cx="2585145" cy="862310"/>
          </a:xfrm>
          <a:prstGeom prst="roundRect">
            <a:avLst>
              <a:gd name="adj" fmla="val 26842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173093" y="280072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Sin progreso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73093" y="3107606"/>
            <a:ext cx="227662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¿Cómo medir mejoras?</a:t>
            </a:r>
            <a:endParaRPr lang="en-US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53C9BEA-6255-2AA9-1959-CF1471D7DD32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376139"/>
            <a:ext cx="1001167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422425"/>
            <a:ext cx="1273225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 SOLUCIÓN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727895"/>
            <a:ext cx="509222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Una plataforma completa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2387947"/>
            <a:ext cx="385763" cy="385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0023" y="296659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Página Web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0023" y="3273475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Acceso público a entrenamientos, calculadora IMC y clubs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441" y="2387947"/>
            <a:ext cx="385763" cy="3857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8441" y="2966591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Aplicación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8441" y="3273475"/>
            <a:ext cx="393553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Inicio de sesión, gestión de clubs y opciones avanzadas</a:t>
            </a:r>
            <a:endParaRPr lang="en-US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2787F77-F25E-D0F1-56B6-8A6C87EDE0E1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839093"/>
            <a:ext cx="2059930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885379"/>
            <a:ext cx="233198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 / APP · ENTRENAMIENTOS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190848"/>
            <a:ext cx="699358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Todo lo que necesitas para entrenar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1850901"/>
            <a:ext cx="2585145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94283" y="2005161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31" y="2132409"/>
            <a:ext cx="208285" cy="208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283" y="262227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Calistenia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79428" y="1850901"/>
            <a:ext cx="2585145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3433688" y="2005161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0936" y="2132409"/>
            <a:ext cx="208285" cy="208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3688" y="262227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Hipertrofia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018833" y="1850901"/>
            <a:ext cx="2585145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0"/>
          <p:cNvSpPr/>
          <p:nvPr/>
        </p:nvSpPr>
        <p:spPr>
          <a:xfrm>
            <a:off x="6173093" y="2005161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0341" y="2132409"/>
            <a:ext cx="208285" cy="208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3093" y="2622277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Elasticidad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0023" y="3164384"/>
            <a:ext cx="3954810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3"/>
          <p:cNvSpPr/>
          <p:nvPr/>
        </p:nvSpPr>
        <p:spPr>
          <a:xfrm>
            <a:off x="694283" y="3318644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531" y="3445892"/>
            <a:ext cx="208285" cy="20828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283" y="3935760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Powerlifting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649093" y="3164384"/>
            <a:ext cx="3954884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4803353" y="3318644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0601" y="3445892"/>
            <a:ext cx="208285" cy="20828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03353" y="3935760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Cardio</a:t>
            </a:r>
            <a:endParaRPr lang="en-US" sz="135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25AE1DE-3E87-6907-126E-8ABEE4FA7897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488058"/>
            <a:ext cx="1505545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534344"/>
            <a:ext cx="177760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WEB · HERRAMIENTAS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839813"/>
            <a:ext cx="584485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Calculadora IMC + Formulario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28923" y="2499866"/>
            <a:ext cx="4065984" cy="1155502"/>
          </a:xfrm>
          <a:prstGeom prst="roundRect">
            <a:avLst>
              <a:gd name="adj" fmla="val 32049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83183" y="2654126"/>
            <a:ext cx="21717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Calculadora IMC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3183" y="3022699"/>
            <a:ext cx="421466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Conoce tu índice de masa corporal al instante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4956" y="2654126"/>
            <a:ext cx="2638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Formulario + Resultados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4956" y="302269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Recoge datos del usuario y muestra los resultados en pantalla</a:t>
            </a:r>
            <a:endParaRPr lang="en-US" sz="12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A7B3C35-6AF5-A268-33BB-D3BDE530FF43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7249" y="355848"/>
            <a:ext cx="806202" cy="220563"/>
          </a:xfrm>
          <a:prstGeom prst="roundRect">
            <a:avLst>
              <a:gd name="adj" fmla="val 68211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02407" y="393427"/>
            <a:ext cx="1113086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 · ACCESO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27249" y="617116"/>
            <a:ext cx="4810720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Inicia sesión y toma el control</a:t>
            </a:r>
            <a:endParaRPr lang="en-US" sz="2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49" y="1118146"/>
            <a:ext cx="7689503" cy="33731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72598" y="3718920"/>
            <a:ext cx="1708323" cy="18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Registro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347168" y="3963074"/>
            <a:ext cx="1959182" cy="15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 tu cuenta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4724" y="1465233"/>
            <a:ext cx="1708323" cy="18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Inicio de sesión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37894" y="1709387"/>
            <a:ext cx="1730582" cy="301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Accede a todas las funciones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7249" y="4605858"/>
            <a:ext cx="8146703" cy="181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endParaRPr lang="en-US" sz="9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624C1E4-F1B7-0823-5EA9-C5716AAC8957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405384"/>
            <a:ext cx="910754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451670"/>
            <a:ext cx="1182812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 · CLUBS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757139"/>
            <a:ext cx="38862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Descubre los clubs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0023" y="2417192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Información breve sobre cada club disponible en la plataforma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0023" y="2837631"/>
            <a:ext cx="3954810" cy="900410"/>
          </a:xfrm>
          <a:prstGeom prst="roundRect">
            <a:avLst>
              <a:gd name="adj" fmla="val 10155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20973" y="2837631"/>
            <a:ext cx="76200" cy="90041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0483" y="3010942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Listado de clubs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0483" y="3317825"/>
            <a:ext cx="3551039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Explora todos los clubs de la aplicación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49093" y="2837631"/>
            <a:ext cx="3954884" cy="900410"/>
          </a:xfrm>
          <a:prstGeom prst="roundRect">
            <a:avLst>
              <a:gd name="adj" fmla="val 10155"/>
            </a:avLst>
          </a:prstGeom>
          <a:solidFill>
            <a:srgbClr val="27272B"/>
          </a:solidFill>
          <a:ln w="19050">
            <a:solidFill>
              <a:srgbClr val="5F5F6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30043" y="2837631"/>
            <a:ext cx="76200" cy="900410"/>
          </a:xfrm>
          <a:prstGeom prst="roundRect">
            <a:avLst>
              <a:gd name="adj" fmla="val 303750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79553" y="3010942"/>
            <a:ext cx="19471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Detalles de cada club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79553" y="3317825"/>
            <a:ext cx="3551113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Información esencial antes de unirte</a:t>
            </a:r>
            <a:endParaRPr lang="en-US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8A098A1-DF35-A0F6-C90E-FAB8BF23C127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495871"/>
            <a:ext cx="1371972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542157"/>
            <a:ext cx="1644030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 · PROPIETARIOS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847627"/>
            <a:ext cx="739407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Opciones exclusivas para propietarios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2507679"/>
            <a:ext cx="3954810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94283" y="2661940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31" y="2789188"/>
            <a:ext cx="208285" cy="2082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283" y="3279056"/>
            <a:ext cx="1714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Gestionar el club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49093" y="2507679"/>
            <a:ext cx="3954884" cy="1139949"/>
          </a:xfrm>
          <a:prstGeom prst="roundRect">
            <a:avLst>
              <a:gd name="adj" fmla="val 20304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803353" y="2661940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0601" y="2789188"/>
            <a:ext cx="208285" cy="2082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3353" y="3279056"/>
            <a:ext cx="1992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Administrar miembros</a:t>
            </a:r>
            <a:endParaRPr lang="en-US" sz="13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2E486D9-4A20-808E-B803-B44CA20CA84E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1389831"/>
            <a:ext cx="644500" cy="290066"/>
          </a:xfrm>
          <a:prstGeom prst="roundRect">
            <a:avLst>
              <a:gd name="adj" fmla="val 63836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2594" y="1436117"/>
            <a:ext cx="91655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EQUIPO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1741587"/>
            <a:ext cx="5759128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El equipo detrás del proyecto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0023" y="2401639"/>
            <a:ext cx="8063954" cy="522833"/>
          </a:xfrm>
          <a:prstGeom prst="roundRect">
            <a:avLst>
              <a:gd name="adj" fmla="val 44270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0023" y="2401639"/>
            <a:ext cx="2687985" cy="522833"/>
          </a:xfrm>
          <a:prstGeom prst="roundRect">
            <a:avLst>
              <a:gd name="adj" fmla="val 44270"/>
            </a:avLst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94283" y="2555900"/>
            <a:ext cx="19201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Mark Torralba Sandu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28008" y="2401639"/>
            <a:ext cx="2687985" cy="522833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28008" y="2401639"/>
            <a:ext cx="19050" cy="522833"/>
          </a:xfrm>
          <a:prstGeom prst="roundRect">
            <a:avLst>
              <a:gd name="adj" fmla="val 1215000"/>
            </a:avLst>
          </a:prstGeom>
          <a:solidFill>
            <a:srgbClr val="5F5F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382268" y="2555900"/>
            <a:ext cx="21292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Adrián Santacreu Pérez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15992" y="2401639"/>
            <a:ext cx="2687985" cy="522833"/>
          </a:xfrm>
          <a:prstGeom prst="rect">
            <a:avLst/>
          </a:prstGeom>
          <a:solidFill>
            <a:srgbClr val="464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915992" y="2401639"/>
            <a:ext cx="19050" cy="522833"/>
          </a:xfrm>
          <a:prstGeom prst="roundRect">
            <a:avLst>
              <a:gd name="adj" fmla="val 1215000"/>
            </a:avLst>
          </a:prstGeom>
          <a:solidFill>
            <a:srgbClr val="5F5F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070253" y="2555900"/>
            <a:ext cx="20140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Fran Asensio Ugarriza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0023" y="3098006"/>
            <a:ext cx="8063954" cy="655662"/>
          </a:xfrm>
          <a:prstGeom prst="roundRect">
            <a:avLst>
              <a:gd name="adj" fmla="val 35301"/>
            </a:avLst>
          </a:prstGeom>
          <a:solidFill>
            <a:srgbClr val="4D4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83" y="3327276"/>
            <a:ext cx="192881" cy="1542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41425" y="3290813"/>
            <a:ext cx="7865492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Proyecto Intermodular · 1º DAM</a:t>
            </a:r>
            <a:r>
              <a:rPr lang="en-US" sz="12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Web + App de entrenamiento y comunidad</a:t>
            </a:r>
            <a:endParaRPr lang="en-US" sz="12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C5A270-BCBB-7223-1A4C-BBEC78F47A41}"/>
              </a:ext>
            </a:extLst>
          </p:cNvPr>
          <p:cNvSpPr/>
          <p:nvPr/>
        </p:nvSpPr>
        <p:spPr>
          <a:xfrm>
            <a:off x="123053" y="4867971"/>
            <a:ext cx="8950143" cy="197496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293</Words>
  <Application>Microsoft Office PowerPoint</Application>
  <PresentationFormat>Presentación en pantalla (16:9)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Comfortaa Light</vt:lpstr>
      <vt:lpstr>Comfortaa Bold</vt:lpstr>
      <vt:lpstr>Arial</vt:lpstr>
      <vt:lpstr>Raleway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TORRALBA SANDU, MARK</cp:lastModifiedBy>
  <cp:revision>2</cp:revision>
  <dcterms:created xsi:type="dcterms:W3CDTF">2026-05-27T17:55:30Z</dcterms:created>
  <dcterms:modified xsi:type="dcterms:W3CDTF">2026-05-27T17:59:59Z</dcterms:modified>
</cp:coreProperties>
</file>